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IBMEC</a:t>
            </a:r>
            <a:r>
              <a:rPr lang="en-US" sz="1600" b="1" kern="0" spc="20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RIO DE JANEIRO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9464040" y="1325880"/>
            <a:ext cx="2011680" cy="20116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icon_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8745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3063240"/>
            <a:ext cx="1234440" cy="1234440"/>
          </a:xfrm>
          <a:prstGeom prst="ellipse">
            <a:avLst/>
          </a:prstGeom>
          <a:solidFill>
            <a:srgbClr val="0E7C9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/home/claude/icon_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3447288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61320" y="3246120"/>
            <a:ext cx="1097280" cy="1097280"/>
          </a:xfrm>
          <a:prstGeom prst="ellipse">
            <a:avLst/>
          </a:prstGeom>
          <a:solidFill>
            <a:srgbClr val="0B648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2" descr="/home/claude/icon_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48" y="3593592"/>
            <a:ext cx="420624" cy="4206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AP2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21792" y="26060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&amp;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5200" dirty="0"/>
          </a:p>
        </p:txBody>
      </p:sp>
      <p:sp>
        <p:nvSpPr>
          <p:cNvPr id="11" name="Text 6"/>
          <p:cNvSpPr/>
          <p:nvPr/>
        </p:nvSpPr>
        <p:spPr>
          <a:xfrm>
            <a:off x="64008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Catálogo de Produtos para arquitetura em nuvem AWS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52578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8"/>
          <p:cNvSpPr/>
          <p:nvPr/>
        </p:nvSpPr>
        <p:spPr>
          <a:xfrm>
            <a:off x="868680" y="5440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Jonh Carvalho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977640" y="5257800"/>
            <a:ext cx="7543800" cy="1005840"/>
          </a:xfrm>
          <a:prstGeom prst="roundRect">
            <a:avLst>
              <a:gd name="adj" fmla="val 9091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4206240" y="54406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Macedo  •  Luca Confente  •  Viktor Mayer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protótipo local (AP1) para uma arquitetura em nuvem próxima de produção (AP2)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AP1  ·  ANTES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 ·  AGORA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
</a:t>
            </a:r>
            <a:endParaRPr lang="en-US" sz="1000" dirty="0"/>
          </a:p>
          <a:p>
            <a:pPr marL="0" indent="0"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(arquivo local, efêmero)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46520" y="2487168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7C9B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702552" y="2624328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0" descr="/home/claude/icon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788920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52360" y="248716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PostgreSQL (gerenciado)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080" y="347472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914400" y="347472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/ IMAGENS
</a:t>
            </a:r>
            <a:endParaRPr lang="en-US" sz="1000" dirty="0"/>
          </a:p>
          <a:p>
            <a:pPr marL="0" indent="0"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da instância EB (volátil)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46520" y="347472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7C9B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6702552" y="361188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1" descr="/home/claude/icon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3776472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34747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(bucket dedicado)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40080" y="446227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914400" y="446227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
</a:t>
            </a:r>
            <a:endParaRPr lang="en-US" sz="1000" dirty="0"/>
          </a:p>
          <a:p>
            <a:pPr marL="0" indent="0"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Fixas no código (hardcoded)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446520" y="446227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7C9B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6702552" y="4599432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/home/claude/icon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476402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52360" y="446227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 no EB</a:t>
            </a:r>
            <a:endParaRPr lang="en-US" sz="1550" dirty="0"/>
          </a:p>
        </p:txBody>
      </p:sp>
      <p:sp>
        <p:nvSpPr>
          <p:cNvPr id="27" name="Shape 22"/>
          <p:cNvSpPr/>
          <p:nvPr/>
        </p:nvSpPr>
        <p:spPr>
          <a:xfrm>
            <a:off x="640080" y="5449824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/>
          <p:nvPr/>
        </p:nvSpPr>
        <p:spPr>
          <a:xfrm>
            <a:off x="914400" y="5449824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
</a:t>
            </a:r>
            <a:endParaRPr lang="en-US" sz="1000" dirty="0"/>
          </a:p>
          <a:p>
            <a:pPr marL="0" indent="0"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simples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446520" y="5449824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7C9B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5"/>
          <p:cNvSpPr/>
          <p:nvPr/>
        </p:nvSpPr>
        <p:spPr>
          <a:xfrm>
            <a:off x="6702552" y="5586984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3" descr="/home/claude/icon_c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5751576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52360" y="544982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E-commerce: Pedido + ItemPedido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384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Pontos do Deploy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em nuvem, segurança e operação no AWS Elastic Beanstalk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30168" cy="1993392"/>
          </a:xfrm>
          <a:prstGeom prst="roundRect">
            <a:avLst>
              <a:gd name="adj" fmla="val 4128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658368" cy="65836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icon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240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2093976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2807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gerenciada catalogo-db (db.t4g.micro, us-east-1) com Security Group liberando a porta 5432 ao Elastic Beanstalk.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53128" y="1783080"/>
            <a:ext cx="3630168" cy="1993392"/>
          </a:xfrm>
          <a:prstGeom prst="roundRect">
            <a:avLst>
              <a:gd name="adj" fmla="val 4128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745736" y="2057400"/>
            <a:ext cx="658368" cy="65836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icon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240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68696" y="2093976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S3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45736" y="2807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dos produtos persistidas no bucket via django-storages + boto3. As URLs apontam direto para o S3, não para o disco.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66176" y="1783080"/>
            <a:ext cx="3630168" cy="1993392"/>
          </a:xfrm>
          <a:prstGeom prst="roundRect">
            <a:avLst>
              <a:gd name="adj" fmla="val 4128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558784" y="2057400"/>
            <a:ext cx="658368" cy="65836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/home/claude/icon_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22402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81744" y="2093976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no Beanstalk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58784" y="2807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app.zip com container_commands corrigidos (ativação da venv) e criação automática do superusuário root no 1º deploy.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959352"/>
            <a:ext cx="3630168" cy="1993392"/>
          </a:xfrm>
          <a:prstGeom prst="roundRect">
            <a:avLst>
              <a:gd name="adj" fmla="val 4128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932688" y="4233672"/>
            <a:ext cx="658368" cy="65836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/home/claude/icon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4165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55648" y="4270248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Config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32688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segredos (host, senha, bucket) lidos por variáveis de ambiente. STORAGES condicional: SQLite/local em dev, RDS/S3 em produção.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453128" y="3959352"/>
            <a:ext cx="3630168" cy="1993392"/>
          </a:xfrm>
          <a:prstGeom prst="roundRect">
            <a:avLst>
              <a:gd name="adj" fmla="val 4128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4745736" y="4233672"/>
            <a:ext cx="658368" cy="65836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/home/claude/icon_j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441655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68696" y="4270248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JSONField → JSONB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4745736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variáveis por produto (marca, RAM, cor) em JSONB no PostgreSQL, com consultas filtrando dentro do JSON. (Bônus)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66176" y="3959352"/>
            <a:ext cx="3630168" cy="1993392"/>
          </a:xfrm>
          <a:prstGeom prst="roundRect">
            <a:avLst>
              <a:gd name="adj" fmla="val 4128"/>
            </a:avLst>
          </a:prstGeom>
          <a:solidFill>
            <a:srgbClr val="F4F8FB"/>
          </a:solidFill>
          <a:ln w="12700">
            <a:solidFill>
              <a:srgbClr val="D7E1EA"/>
            </a:solidFill>
            <a:prstDash val="solid"/>
          </a:ln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8558784" y="4233672"/>
            <a:ext cx="658368" cy="65836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5" descr="/home/claude/icon_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1664" y="441655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81744" y="4270248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E-commerce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8558784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evoluído com Pedido e ItemPedido. Endpoints REST completos: produtos, categorias, pedidos e filtros por atributo.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3291840" cy="3291840"/>
          </a:xfrm>
          <a:prstGeom prst="ellipse">
            <a:avLst/>
          </a:prstGeom>
          <a:solidFill>
            <a:srgbClr val="EE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005840" y="4754880"/>
            <a:ext cx="2743200" cy="2743200"/>
          </a:xfrm>
          <a:prstGeom prst="ellipse">
            <a:avLst/>
          </a:prstGeom>
          <a:solidFill>
            <a:srgbClr val="EE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IBMEC</a:t>
            </a:r>
            <a:r>
              <a:rPr lang="en-US" sz="1500" b="1" kern="0" spc="200" dirty="0">
                <a:solidFill>
                  <a:srgbClr val="0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RIO DE JANEIRO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Cloud Computing — Trabalho AP2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9052560" cy="109728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8FA6B8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0120" y="45537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icon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672584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4434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DO PROJETO
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github.com/Viktor-MB/Big-Data-Cloud-Computing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Macedo  •  Luca Confente  •  Viktor Mayer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334</Words>
  <Application>Microsoft Office PowerPoint</Application>
  <PresentationFormat>Widescreen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AP2 - Big Data Cloud Computing</dc:title>
  <dc:subject>PptxGenJS Presentation</dc:subject>
  <dc:creator>Tiago Macedo, Luca Confente, Viktor Mayer</dc:creator>
  <cp:lastModifiedBy>Tiago Macedo</cp:lastModifiedBy>
  <cp:revision>2</cp:revision>
  <dcterms:created xsi:type="dcterms:W3CDTF">2026-06-11T18:11:33Z</dcterms:created>
  <dcterms:modified xsi:type="dcterms:W3CDTF">2026-06-11T18:14:06Z</dcterms:modified>
</cp:coreProperties>
</file>